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TECHNOLOGY CONSULTANTS  ·  RESUMEN EJECUTIVO EMPRESARIAL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6161A"/>
                </a:solidFill>
                <a:latin typeface="Helvetica Neue"/>
              </a:defRPr>
            </a:pPr>
            <a:r>
              <a:t>IA Aplicada e Ingeniería Web a la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>
                <a:solidFill>
                  <a:srgbClr val="454337"/>
                </a:solidFill>
                <a:latin typeface="Helvetica Neue"/>
              </a:defRPr>
            </a:pPr>
            <a:r>
              <a:t>Lo que la IA Real Significa para las Operaciones y Cómo Construimos Sistemas de Alto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38100" cy="8686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05000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 i="1">
                <a:solidFill>
                  <a:srgbClr val="16161A"/>
                </a:solidFill>
                <a:latin typeface="Helvetica Neue"/>
              </a:defRPr>
            </a:pPr>
            <a:r>
              <a:t>“Desarrollamos tecnología alrededor de tu equipo — no para reemplazarlo.”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Aplicaciones Web en React  ·  Integraciones en Workday Finance y ERP  ·  Automatizaciones de IA con Supervisión Humana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LIDERAZGO DE LA PRÁCTICA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Roberto Guido  —  Fundador e Ingeniero Principal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Ingeniero Eléctrico (UC San Diego)  ·  MBA (NYU Stern)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UBICACIÓN Y CONTACTO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San Diego, CA y Tijuana, MX</a:t>
            </a:r>
          </a:p>
          <a:p>
            <a:pPr>
              <a:defRPr sz="1250">
                <a:solidFill>
                  <a:srgbClr val="2B59D9"/>
                </a:solidFill>
                <a:latin typeface="Helvetica Neue"/>
              </a:defRPr>
            </a:pPr>
            <a:r>
              <a:t>technologyconsultants.ventures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En producción.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Usuarios reales hoy en nuestros productos.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Equipo senior.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Quienes presentan tu proyecto lo construyen.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Código primero.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Software funcional antes que diapositivas.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Un solo equipo.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y automatizaciones: mismo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DESMITIFICANDO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Lo que la IA Significa Realmente para la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CHATBOTS SUPERFICIALES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IA Genérica (La Fiebre)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Prompts de ChatGPT para resumir textos o redactar borradores. Útil a nivel personal, pero NO se integra a bases de datos empresariales, ERPs o reglas de negocio.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ARQUITECTURA CONECTADA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IA Aplicada y MCP (El Sistema)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Modelos de IA conectados directamente a bases de datos, Workday y aplicaciones web en React mediante servidores seguros MCP y APIs de empresa.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SEGURIDAD OPERATIVA ESCALABLE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Supervisión Humana (El Impacto)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Agentes de IA procesan el 90% del papeleo rutinario, facturas y datos, derivando excepciones automáticamente al equipo humano para su visto bueno.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NUESTRA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Sitios Web, Integraciones Empresariales y Automatización Inteligente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Interfaces Personalizadas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Aplicaciones web en React de alto rendimiento, diseñadas para la velocidad e intuición de tu equipo.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Desarrollo web en React y TypeScript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Diseño UX accesible y responsivo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Flujos directos de pedidos y pagos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9B26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Integración de Sistemas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Integraciones financieras avanzadas, arquitectura de bases de datos y APIs empresariales.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Workday Finance y Adaptive Planning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Arquitectura en PostgreSQL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Pipelines de APIs REST y GraphQL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IA Aplicada y Automatización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Servidores MCP personalizados y agentes de IA con supervisión humana.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Despliegue de servidores MCP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Orquestación de LLMs y extracción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Controles de seguridad humana (HITL)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PROYECTO DESTACADO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Integración en Workday Finance y MCP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EL CUELLO DE BOTELLA OPERATIVO</a:t>
            </a:r>
          </a:p>
          <a:p>
            <a:pPr>
              <a:spcAft>
                <a:spcPts val="1400"/>
              </a:spcAft>
              <a:defRPr sz="1400">
                <a:solidFill>
                  <a:srgbClr val="16161A"/>
                </a:solidFill>
                <a:latin typeface="Helvetica Neue"/>
              </a:defRPr>
            </a:pPr>
            <a:r>
              <a:t>Equipos de finanzas y contabilidad perdiendo cientos de horas revisando facturas de proveedores, extrayendo reportes de ERP y reingresando datos manualmente en Workday.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La automatización SaaS tradicional no era viable por estrictos permisos de seguridad y necesidad de auditoría.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SOLUCIÓN TÉCNICA E IMPACTO DE NEGOCIO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Arquitectura MCP a la Medida: </a:t>
            </a:r>
            <a:r>
              <a:rPr b="0">
                <a:solidFill>
                  <a:srgbClr val="454337"/>
                </a:solidFill>
              </a:rPr>
              <a:t>Servidores MCP personalizados que conectan Workday Finance y Adaptive directamente con LLMs seguros.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Seguridad con Supervisión Humana: </a:t>
            </a:r>
            <a:r>
              <a:rPr b="0">
                <a:solidFill>
                  <a:srgbClr val="454337"/>
                </a:solidFill>
              </a:rPr>
              <a:t>Automatización del +90% de facturas rutinarias, derivando facturas de alto monto o proveedores nuevos a directores.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Impacto de Negocio Medible: </a:t>
            </a:r>
            <a:r>
              <a:rPr b="0">
                <a:solidFill>
                  <a:srgbClr val="454337"/>
                </a:solidFill>
              </a:rPr>
              <a:t>Reducción del +80% en tiempos de procesamiento de facturas, manteniendo 100% de privacidad, permisos y trazabilidad.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PROYECTO DESTACADO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Encounter AI — IA de Voz en Hardware y Software para Alto Volumen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IA DE VOZ PARA COMERCIO DE ALTA VELOCIDAD</a:t>
            </a:r>
          </a:p>
          <a:p>
            <a:pPr>
              <a:spcAft>
                <a:spcPts val="1400"/>
              </a:spcAft>
              <a:defRPr sz="1400">
                <a:solidFill>
                  <a:srgbClr val="16161A"/>
                </a:solidFill>
                <a:latin typeface="Helvetica Neue"/>
              </a:defRPr>
            </a:pPr>
            <a:r>
              <a:t>Diseño integral de hardware y software de IA de voz para pedidos en drive-thru y kioscos, procesando conversaciones naturales en entornos ruidosos.</a:t>
            </a:r>
          </a:p>
          <a:p>
            <a:pPr>
              <a:spcAft>
                <a:spcPts val="400"/>
              </a:spcAft>
              <a:defRPr b="1" sz="1300">
                <a:solidFill>
                  <a:srgbClr val="D99B26"/>
                </a:solidFill>
                <a:latin typeface="Helvetica Neue"/>
              </a:defRPr>
            </a:pPr>
            <a:r>
              <a:t>Respaldado e Impulsado por:</a:t>
            </a:r>
          </a:p>
          <a:p>
            <a:pPr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Seleccionado y respaldado por Morgan Stanley Inclusive Ventures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LOGROS TÉCNICOS CLAVE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Procesamiento de Audio en Tiempo Real: </a:t>
            </a:r>
            <a:r>
              <a:rPr b="0">
                <a:solidFill>
                  <a:srgbClr val="454337"/>
                </a:solidFill>
              </a:rPr>
              <a:t>Reconocimiento de voz de sub-segundo adaptado a perfiles de ruido acústico.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Integración a Punto de Venta (POS): </a:t>
            </a:r>
            <a:r>
              <a:rPr b="0">
                <a:solidFill>
                  <a:srgbClr val="454337"/>
                </a:solidFill>
              </a:rPr>
              <a:t>Conexión bidireccional directa a sistemas de punto de venta, pantallas de cocina y terminales.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Respaldo con Desvío Humano: </a:t>
            </a:r>
            <a:r>
              <a:rPr b="0">
                <a:solidFill>
                  <a:srgbClr val="454337"/>
                </a:solidFill>
              </a:rPr>
              <a:t>Derivación instantánea e imperceptible a personal humano ante solicitudes fuera de menú.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PRODUCTOS PROPIOS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Aplicaciones Propias Operando en Producción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CITAS MÉDICAS Y SERVICIOS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Appt Helper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Aplicación web automatizada para programación de pacientes, recordatorios de citas y sincronización de calendarios.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MENSAJERÍA TRANSFRONTERIZA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Open Cita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Plataforma bilingüe de citas y comunicación para empresas de servicios en el mercado transfronterizo EE.UU. - México.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RECONCILIACIÓN DE FACTURAS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Border Bills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Motor de lectura de recibos, extracción de datos en facturas y reconciliación de gastos en múltiples divisas.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NUESTRA PROMESA DE CÓDIGO PRIMERO</a:t>
            </a:r>
          </a:p>
          <a:p>
            <a:pPr>
              <a:defRPr sz="1400">
                <a:solidFill>
                  <a:srgbClr val="16161A"/>
                </a:solidFill>
                <a:latin typeface="Helvetica Neue"/>
              </a:defRPr>
            </a:pPr>
            <a:r>
              <a:t>“Desarrollamos, lanzamos y operamos nuestras propias aplicaciones web diariamente antes de ofrecer arquitectura técnica a clientes. Usuarios reales, bases de datos reales y código en producción.”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TRANSFORMACIÓN OPERATIVA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Cómo Transformamos la Operación de una Empresa en 30–90 Días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ELIMINAR CARGA MANUAL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Automatizar lo Rutinario (90%)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Lectura de documentos, facturas, programación de citas y actualización de datos se ejecutan en segundo plano sin intervención del personal.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SUPERVISIÓN HUMANA CLAVE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Derivar Excepciones (10%)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Aprobaciones de alto monto, proveedores nuevos o casos complejos se canalizan al instante al equipo humano con contexto completo.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CERO CAPTURA DOBLE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Unificar Sistemas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Aplicaciones web, bases de datos PostgreSQL y ERPs como Workday comparten datos en vivo automáticamente sin capturas dobles ni hojas de cálculo.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PERFIL DE CLIENTE IDEAL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Empresas en tu Red que Más Podemos Ayudar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PERFIL DE EMPRESA OBJETIVO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PyMEs en Aceleración y Mid-Market: </a:t>
            </a:r>
            <a:r>
              <a:rPr b="0" sz="1350">
                <a:solidFill>
                  <a:srgbClr val="454337"/>
                </a:solidFill>
              </a:rPr>
              <a:t>Equipos de 10 a 250 empleados superando hojas de cálculo y SaaS desconectados.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Líderes de Finanzas y Operación: </a:t>
            </a:r>
            <a:r>
              <a:rPr b="0" sz="1350">
                <a:solidFill>
                  <a:srgbClr val="454337"/>
                </a:solidFill>
              </a:rPr>
              <a:t>CFOs, VPs de Operaciones o CTOs con acumulación de facturas, reportes de Workday o requerimientos web.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Empresas de Portafolio de PE / VC: </a:t>
            </a:r>
            <a:r>
              <a:rPr b="0" sz="1350">
                <a:solidFill>
                  <a:srgbClr val="454337"/>
                </a:solidFill>
              </a:rPr>
              <a:t>Compañías operativas buscando automatizar su back-office para maximizar capacidad y rentabilidad.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LO QUE DICEN ANTES DE DELEGARTES</a:t>
            </a:r>
          </a:p>
          <a:p>
            <a:pPr>
              <a:spcAft>
                <a:spcPts val="12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“  Nuestros sistemas de finanzas (Workday/ERP/PostgreSQL) no se conectan de manera fluida con nuestras herramientas web.  ”</a:t>
            </a:r>
          </a:p>
          <a:p>
            <a:pPr>
              <a:spcAft>
                <a:spcPts val="12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“  Queremos usar agentes de IA, pero necesitamos controles estrictos de seguridad empresarial y validación humana.  ”</a:t>
            </a:r>
          </a:p>
          <a:p>
            <a:pPr>
              <a:spcAft>
                <a:spcPts val="12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“  Nuestro equipo pierde horas procesando facturas, agendando citas o reingresando información manualmente.  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METODOLOGÍA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Sprints de Bajo Riesgo para Software en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2 A 4 SEMANAS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Sprint de Prueba de Concepto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Validación inicial de bajo riesgo para construir un prototipo funcional, probar integración de APIs (Workday/MCP) y confirmar factibilidad antes de comprometer grandes presupuestos.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POR PROYECTO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Implementación Completa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Desarrollo integral de software web en React, arquitectura backend de integración, flujos de automatización de IA y despliegue en producción.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RETAINER MENSUAL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Acompañamiento Estratégico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Liderazgo técnico continuo, revisión de arquitectura de sistemas, hoja de ruta de adopción de IA y dirección técnica senior.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Cómo Hacer la 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29260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PLANTILLA RECOMENDADA PARA CORREO</a:t>
            </a:r>
          </a:p>
          <a:p>
            <a:pPr>
              <a:spcAft>
                <a:spcPts val="1000"/>
              </a:spcAft>
              <a:defRPr sz="1600">
                <a:solidFill>
                  <a:srgbClr val="16161A"/>
                </a:solidFill>
                <a:latin typeface="Helvetica Neue"/>
              </a:defRPr>
            </a:pPr>
            <a:r>
              <a:t>“Hola [Nombre] — Me gustaría presentarte a Roberto Guido, Fundador e Ingeniero Principal en Technology Consultants (Ing. Eléctrico UC San Diego + MBA NYU Stern).</a:t>
            </a:r>
          </a:p>
          <a:p>
            <a:pPr>
              <a:defRPr sz="1600">
                <a:solidFill>
                  <a:srgbClr val="16161A"/>
                </a:solidFill>
                <a:latin typeface="Helvetica Neue"/>
              </a:defRPr>
            </a:pPr>
            <a:r>
              <a:t>Ellos desarrollan aplicaciones web a la medida, integraciones en Workday/ERP y automatizaciones seguras de IA con supervisión humana que eliminan la carga repetitiva de tu equipo. Dado lo que comentaste sobre [punto de dolor], creo que sería muy valioso que conversen.”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Roberto Guido  |  Technology Consultants</a:t>
            </a:r>
          </a:p>
          <a:p>
            <a:pPr>
              <a:spcBef>
                <a:spcPts val="400"/>
              </a:spcBef>
              <a:defRPr sz="1400">
                <a:solidFill>
                  <a:srgbClr val="2B59D9"/>
                </a:solidFill>
                <a:latin typeface="Helvetica Neue"/>
              </a:defRPr>
            </a:pPr>
            <a:r>
              <a:t>Sitio web: technologyconsultants.ventures   ·   San Diego y Tijuana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